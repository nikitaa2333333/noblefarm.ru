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911" autoAdjust="0"/>
  </p:normalViewPr>
  <p:slideViewPr>
    <p:cSldViewPr snapToGrid="0">
      <p:cViewPr>
        <p:scale>
          <a:sx n="125" d="100"/>
          <a:sy n="125" d="100"/>
        </p:scale>
        <p:origin x="-1344" y="-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18AC87-7E08-4A43-B512-C5307DD60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B46B584-F01C-4F6A-B4AE-D83897E2B7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A96B839-6C2F-443C-8F19-C32203712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DAF91-E246-44AF-BE6D-A1FF2C7A2460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8A9CB1C-3714-4ACA-A116-6AD4F86E1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0633C8E-7604-4005-93E0-5CAB6F49C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832DE-5FDB-46D8-9BDA-92D037EFFD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3752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A16507-F11A-4AE1-B01A-824BB3BCB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771D9A-4FC4-42EC-9A34-DA1F9EA231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751868-A98C-4C3F-A24E-020146E27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DAF91-E246-44AF-BE6D-A1FF2C7A2460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0AD7D9E-2F9B-4A00-B29D-881752A01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65665A9-14E1-478F-8A4A-B44F6B3F7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832DE-5FDB-46D8-9BDA-92D037EFFD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9595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D1CE70-2B55-45CD-85CC-C3E405C38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05F7168-91AF-4E88-9760-C2FBB9453C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7EAE7E4-DF9A-44F6-A3E7-320CCF0BC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DAF91-E246-44AF-BE6D-A1FF2C7A2460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7ECC603-1367-470D-88D3-9C0C69CEE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247ABD2-540B-4A3D-A094-B638F8BE8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832DE-5FDB-46D8-9BDA-92D037EFFD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6482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7124C3-7D94-4761-9A91-FD1F260D6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7DCA1EC-FF99-4873-A927-F125B1911B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0E4FD61-C62D-44D7-AF1D-65B656EABC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75CA53D-BB06-4C27-8910-702A8283A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DAF91-E246-44AF-BE6D-A1FF2C7A2460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05956D5-F99A-4A74-B11A-C4E6B4340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D1B4A89-5370-4AC2-B499-ACF7D2DF3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832DE-5FDB-46D8-9BDA-92D037EFFD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6265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893DCA-8059-4096-B7D7-A21A4FBD0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7F2A78F-99B9-40EA-9673-3CBE941018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30AFB60-AE8F-4192-AE17-529C1975E0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1625BC2-794C-44E4-8D9D-928A6C2F07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E150216-E47B-43FD-A194-54F9E89415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C9E57C5-5D57-47DE-B6DB-DBD6496B4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DAF91-E246-44AF-BE6D-A1FF2C7A2460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EF00C29-2DDE-466D-84A6-4EFD79EFF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CD02FB5-18C6-4AB4-A423-4BBF0774E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832DE-5FDB-46D8-9BDA-92D037EFFD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2617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908367-9BA9-430D-BB14-9E25C87FA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C56A66F-4265-4067-BD98-96E94F221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DAF91-E246-44AF-BE6D-A1FF2C7A2460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22E1E92-8428-4784-9853-33BF59D80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58F499E-359C-41D4-B506-94DF64C7C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832DE-5FDB-46D8-9BDA-92D037EFFD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6134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7D0F26A-4098-4092-82A1-2E2AEC80F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DAF91-E246-44AF-BE6D-A1FF2C7A2460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82B4B4D-AB75-4719-AB27-B3ABDA3D0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FD43DBC-C93A-4D78-86A0-2C93C6FDA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832DE-5FDB-46D8-9BDA-92D037EFFD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1294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CC1B7F-5015-4825-A238-A12312C32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DE6343-35CB-4937-BB6E-CDACB249F7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9561E7F-D6F1-41F7-900C-DB55BEA670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58F573B-43DF-4D70-A0E8-A771BE517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DAF91-E246-44AF-BE6D-A1FF2C7A2460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A5BE922-86E0-4FB3-A3F9-603A3E766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576470E-E5FB-48DC-8E9D-E11EEA2DE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832DE-5FDB-46D8-9BDA-92D037EFFD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9309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A0618C-F191-4EF7-B301-5153E3426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6A78F0A-DE91-4BD6-8820-11DC697872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0242095-61A0-4625-B501-2E436AE459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773BBC4-92AA-49F1-A730-29E66F7B8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DAF91-E246-44AF-BE6D-A1FF2C7A2460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3E98426-225B-49E3-B3BC-69B403DC4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645B1B1-4670-4E6C-87FE-746973EF9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832DE-5FDB-46D8-9BDA-92D037EFFD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3409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D5039A-6555-48FD-A0E0-9C1622D13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D288B65-9416-4E1B-A6EB-62B52527FA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E8BB0A8-499F-4EF2-9F02-FEC431DA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DAF91-E246-44AF-BE6D-A1FF2C7A2460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70198C0-B0AB-4F86-B611-2C2A1FF2F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296D1E1-B6DA-4881-9D9C-5366B3AFA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832DE-5FDB-46D8-9BDA-92D037EFFD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5632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AC46F1F-627C-4C94-8AD4-44F1E2A30B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5CF72F2-6FB8-41FA-98D8-31A733280C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408AEA0-03EE-48CB-A5A3-1842235B9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DAF91-E246-44AF-BE6D-A1FF2C7A2460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A92B660-E5EA-401A-8CB1-13DAC2208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7C63F99-CEB9-4654-ADCB-DC9D8E39F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832DE-5FDB-46D8-9BDA-92D037EFFD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1069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2C87EB-9211-4FCA-A3BD-D64102401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C4A85DF-BEAF-4B8C-9B55-18013A8AB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E1D8E7A-2349-4314-9160-7AA532D1E6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5DAF91-E246-44AF-BE6D-A1FF2C7A2460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BA249F1-8597-499F-AF69-8DDD48083C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19717B7-C192-4B14-9123-5BA087B0F0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3832DE-5FDB-46D8-9BDA-92D037EFFD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51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6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F5190E24-FC68-4CEC-9794-C43E63716BF9}"/>
              </a:ext>
            </a:extLst>
          </p:cNvPr>
          <p:cNvSpPr/>
          <p:nvPr/>
        </p:nvSpPr>
        <p:spPr>
          <a:xfrm>
            <a:off x="166370" y="2990246"/>
            <a:ext cx="1638300" cy="7239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ABF672-EFB7-466D-871A-411DDE57E979}"/>
              </a:ext>
            </a:extLst>
          </p:cNvPr>
          <p:cNvSpPr txBox="1"/>
          <p:nvPr/>
        </p:nvSpPr>
        <p:spPr>
          <a:xfrm>
            <a:off x="166370" y="2990246"/>
            <a:ext cx="14351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/>
              <a:t>2234</a:t>
            </a:r>
          </a:p>
          <a:p>
            <a:r>
              <a:rPr lang="ru-RU" sz="1000" dirty="0" err="1"/>
              <a:t>Д.р</a:t>
            </a:r>
            <a:r>
              <a:rPr lang="ru-RU" sz="1000" dirty="0"/>
              <a:t>. 01.06.2022г.</a:t>
            </a:r>
          </a:p>
          <a:p>
            <a:r>
              <a:rPr lang="ru-RU" sz="1000" dirty="0"/>
              <a:t>Благородный олень</a:t>
            </a:r>
          </a:p>
          <a:p>
            <a:r>
              <a:rPr lang="ru-RU" sz="1000" dirty="0"/>
              <a:t>Муж.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8C083573-20E4-4479-A96D-8A837C00682A}"/>
              </a:ext>
            </a:extLst>
          </p:cNvPr>
          <p:cNvSpPr/>
          <p:nvPr/>
        </p:nvSpPr>
        <p:spPr>
          <a:xfrm>
            <a:off x="2045970" y="2501900"/>
            <a:ext cx="1638300" cy="7239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34EE30-F610-4F42-91BF-8128687EFC4B}"/>
              </a:ext>
            </a:extLst>
          </p:cNvPr>
          <p:cNvSpPr txBox="1"/>
          <p:nvPr/>
        </p:nvSpPr>
        <p:spPr>
          <a:xfrm>
            <a:off x="2045970" y="2501900"/>
            <a:ext cx="14351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/>
              <a:t>1406</a:t>
            </a:r>
          </a:p>
          <a:p>
            <a:r>
              <a:rPr lang="ru-RU" sz="1000" dirty="0" err="1"/>
              <a:t>Д.р</a:t>
            </a:r>
            <a:r>
              <a:rPr lang="ru-RU" sz="1000" dirty="0"/>
              <a:t>. 01.06.2014г.</a:t>
            </a:r>
          </a:p>
          <a:p>
            <a:r>
              <a:rPr lang="ru-RU" sz="1000" dirty="0"/>
              <a:t>Благородный олень</a:t>
            </a:r>
          </a:p>
          <a:p>
            <a:r>
              <a:rPr lang="ru-RU" sz="1000" dirty="0"/>
              <a:t>Муж.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4B3FE6B3-6FD7-41DF-BE08-81FC0E243726}"/>
              </a:ext>
            </a:extLst>
          </p:cNvPr>
          <p:cNvSpPr/>
          <p:nvPr/>
        </p:nvSpPr>
        <p:spPr>
          <a:xfrm>
            <a:off x="2045970" y="3429000"/>
            <a:ext cx="1638300" cy="7239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3524BA-3E54-4DBC-8E91-7BD85D31BF94}"/>
              </a:ext>
            </a:extLst>
          </p:cNvPr>
          <p:cNvSpPr txBox="1"/>
          <p:nvPr/>
        </p:nvSpPr>
        <p:spPr>
          <a:xfrm>
            <a:off x="2045970" y="3429000"/>
            <a:ext cx="14351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/>
              <a:t>1719</a:t>
            </a:r>
          </a:p>
          <a:p>
            <a:r>
              <a:rPr lang="ru-RU" sz="1000" dirty="0" err="1"/>
              <a:t>Д.р</a:t>
            </a:r>
            <a:r>
              <a:rPr lang="ru-RU" sz="1000" dirty="0"/>
              <a:t>. 01.06.2017г.</a:t>
            </a:r>
          </a:p>
          <a:p>
            <a:r>
              <a:rPr lang="ru-RU" sz="1000" dirty="0"/>
              <a:t>Благородный олень</a:t>
            </a:r>
          </a:p>
          <a:p>
            <a:r>
              <a:rPr lang="ru-RU" sz="1000" dirty="0"/>
              <a:t>Жен.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0E51B14E-58A1-4A01-88BD-F8E001FE93FC}"/>
              </a:ext>
            </a:extLst>
          </p:cNvPr>
          <p:cNvSpPr/>
          <p:nvPr/>
        </p:nvSpPr>
        <p:spPr>
          <a:xfrm>
            <a:off x="3924300" y="1171714"/>
            <a:ext cx="1638300" cy="7239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7D2A29-8521-40A5-8868-00060BF5962E}"/>
              </a:ext>
            </a:extLst>
          </p:cNvPr>
          <p:cNvSpPr txBox="1"/>
          <p:nvPr/>
        </p:nvSpPr>
        <p:spPr>
          <a:xfrm>
            <a:off x="3924300" y="1171714"/>
            <a:ext cx="14351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Charles 4</a:t>
            </a:r>
            <a:endParaRPr lang="ru-RU" sz="1000" dirty="0"/>
          </a:p>
          <a:p>
            <a:r>
              <a:rPr lang="en-US" sz="1000" dirty="0" err="1"/>
              <a:t>Warnharm</a:t>
            </a:r>
            <a:r>
              <a:rPr lang="en-US" sz="1000" dirty="0"/>
              <a:t> Farm</a:t>
            </a:r>
            <a:endParaRPr lang="ru-RU" sz="1000" dirty="0"/>
          </a:p>
          <a:p>
            <a:r>
              <a:rPr lang="ru-RU" sz="1000" dirty="0"/>
              <a:t>Благородный олень</a:t>
            </a:r>
          </a:p>
          <a:p>
            <a:r>
              <a:rPr lang="ru-RU" sz="1000" dirty="0"/>
              <a:t>Муж.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B4B8ECDF-F392-435F-A47C-84ABDF0CED48}"/>
              </a:ext>
            </a:extLst>
          </p:cNvPr>
          <p:cNvSpPr/>
          <p:nvPr/>
        </p:nvSpPr>
        <p:spPr>
          <a:xfrm>
            <a:off x="3924300" y="2098814"/>
            <a:ext cx="1638300" cy="7239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05AE45-CB13-49C1-86CF-EDB511747B58}"/>
              </a:ext>
            </a:extLst>
          </p:cNvPr>
          <p:cNvSpPr txBox="1"/>
          <p:nvPr/>
        </p:nvSpPr>
        <p:spPr>
          <a:xfrm>
            <a:off x="3924300" y="2098814"/>
            <a:ext cx="14351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Y1247</a:t>
            </a:r>
            <a:endParaRPr lang="ru-RU" sz="1000" dirty="0"/>
          </a:p>
          <a:p>
            <a:r>
              <a:rPr lang="en-US" sz="1000" dirty="0" err="1"/>
              <a:t>Warnharm</a:t>
            </a:r>
            <a:r>
              <a:rPr lang="en-US" sz="1000" dirty="0"/>
              <a:t> Farm</a:t>
            </a:r>
            <a:endParaRPr lang="ru-RU" sz="1000" dirty="0"/>
          </a:p>
          <a:p>
            <a:r>
              <a:rPr lang="ru-RU" sz="1000" dirty="0"/>
              <a:t>Благородный олень</a:t>
            </a:r>
          </a:p>
          <a:p>
            <a:r>
              <a:rPr lang="ru-RU" sz="1000" dirty="0"/>
              <a:t>Жен.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32F0C8F5-BF67-40C1-ABB6-AA04CEFEA478}"/>
              </a:ext>
            </a:extLst>
          </p:cNvPr>
          <p:cNvSpPr/>
          <p:nvPr/>
        </p:nvSpPr>
        <p:spPr>
          <a:xfrm>
            <a:off x="3924300" y="3621157"/>
            <a:ext cx="1638300" cy="7239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4A84D2-A20B-4E4C-815A-21A1E1985F21}"/>
              </a:ext>
            </a:extLst>
          </p:cNvPr>
          <p:cNvSpPr txBox="1"/>
          <p:nvPr/>
        </p:nvSpPr>
        <p:spPr>
          <a:xfrm>
            <a:off x="3924300" y="3621157"/>
            <a:ext cx="14351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/>
              <a:t>011/10</a:t>
            </a:r>
          </a:p>
          <a:p>
            <a:r>
              <a:rPr lang="en-US" sz="1000" dirty="0"/>
              <a:t>Woburn Farm</a:t>
            </a:r>
            <a:r>
              <a:rPr lang="ru-RU" sz="1000" dirty="0"/>
              <a:t>.</a:t>
            </a:r>
          </a:p>
          <a:p>
            <a:r>
              <a:rPr lang="ru-RU" sz="1000" dirty="0"/>
              <a:t>Благородный олень</a:t>
            </a:r>
          </a:p>
          <a:p>
            <a:r>
              <a:rPr lang="ru-RU" sz="1000" dirty="0"/>
              <a:t>Муж.</a:t>
            </a: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C228DA4B-7910-4C57-82D7-CD8A688228E9}"/>
              </a:ext>
            </a:extLst>
          </p:cNvPr>
          <p:cNvSpPr/>
          <p:nvPr/>
        </p:nvSpPr>
        <p:spPr>
          <a:xfrm>
            <a:off x="3924300" y="4548257"/>
            <a:ext cx="1638300" cy="7239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66E0A95-A9C3-4CCE-B50E-6CE4D564F2DF}"/>
              </a:ext>
            </a:extLst>
          </p:cNvPr>
          <p:cNvSpPr txBox="1"/>
          <p:nvPr/>
        </p:nvSpPr>
        <p:spPr>
          <a:xfrm>
            <a:off x="3924300" y="4548257"/>
            <a:ext cx="14351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1525</a:t>
            </a:r>
            <a:endParaRPr lang="ru-RU" sz="1000" dirty="0"/>
          </a:p>
          <a:p>
            <a:r>
              <a:rPr lang="ru-RU" sz="1000" dirty="0"/>
              <a:t>Д.Р. 01.06.20</a:t>
            </a:r>
            <a:r>
              <a:rPr lang="en-US" sz="1000" dirty="0"/>
              <a:t>15</a:t>
            </a:r>
            <a:r>
              <a:rPr lang="ru-RU" sz="1000" dirty="0"/>
              <a:t>г.</a:t>
            </a:r>
          </a:p>
          <a:p>
            <a:r>
              <a:rPr lang="ru-RU" sz="1000" dirty="0"/>
              <a:t>Благородный олень</a:t>
            </a:r>
          </a:p>
          <a:p>
            <a:r>
              <a:rPr lang="ru-RU" sz="1000" dirty="0"/>
              <a:t>Жен.</a:t>
            </a: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B16FF4F8-7E01-48B1-8B5D-F337E45EBF69}"/>
              </a:ext>
            </a:extLst>
          </p:cNvPr>
          <p:cNvSpPr/>
          <p:nvPr/>
        </p:nvSpPr>
        <p:spPr>
          <a:xfrm>
            <a:off x="5740400" y="92214"/>
            <a:ext cx="1638300" cy="7239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462168B-FB59-443E-8667-CFAC0FFA052A}"/>
              </a:ext>
            </a:extLst>
          </p:cNvPr>
          <p:cNvSpPr txBox="1"/>
          <p:nvPr/>
        </p:nvSpPr>
        <p:spPr>
          <a:xfrm>
            <a:off x="5740400" y="92214"/>
            <a:ext cx="1435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/>
              <a:t>Благородный олень</a:t>
            </a:r>
          </a:p>
          <a:p>
            <a:r>
              <a:rPr lang="ru-RU" sz="1000" dirty="0"/>
              <a:t>Муж.</a:t>
            </a: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96E66CB8-825C-4DDC-BB4B-1719E623B16B}"/>
              </a:ext>
            </a:extLst>
          </p:cNvPr>
          <p:cNvSpPr/>
          <p:nvPr/>
        </p:nvSpPr>
        <p:spPr>
          <a:xfrm>
            <a:off x="5740400" y="855043"/>
            <a:ext cx="1638300" cy="7239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5E01CB3-05CE-4C23-965D-1DB35D85A631}"/>
              </a:ext>
            </a:extLst>
          </p:cNvPr>
          <p:cNvSpPr txBox="1"/>
          <p:nvPr/>
        </p:nvSpPr>
        <p:spPr>
          <a:xfrm>
            <a:off x="5740400" y="855043"/>
            <a:ext cx="1435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/>
              <a:t>Благородный олень</a:t>
            </a:r>
          </a:p>
          <a:p>
            <a:r>
              <a:rPr lang="ru-RU" sz="1000" dirty="0"/>
              <a:t>Жен.</a:t>
            </a:r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6AC96237-78F5-4D32-9531-2C1BCC5E5C76}"/>
              </a:ext>
            </a:extLst>
          </p:cNvPr>
          <p:cNvSpPr/>
          <p:nvPr/>
        </p:nvSpPr>
        <p:spPr>
          <a:xfrm>
            <a:off x="5740400" y="1668563"/>
            <a:ext cx="1638300" cy="7239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03E9FC2-171B-43D5-A05F-0453BB50D03D}"/>
              </a:ext>
            </a:extLst>
          </p:cNvPr>
          <p:cNvSpPr txBox="1"/>
          <p:nvPr/>
        </p:nvSpPr>
        <p:spPr>
          <a:xfrm>
            <a:off x="5740400" y="1668563"/>
            <a:ext cx="14351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/>
              <a:t>Babtholemu</a:t>
            </a:r>
            <a:endParaRPr lang="ru-RU" sz="1000" dirty="0"/>
          </a:p>
          <a:p>
            <a:endParaRPr lang="en-US" sz="1000" dirty="0"/>
          </a:p>
          <a:p>
            <a:r>
              <a:rPr lang="ru-RU" sz="1000" dirty="0"/>
              <a:t>Благородный олень</a:t>
            </a:r>
          </a:p>
          <a:p>
            <a:r>
              <a:rPr lang="ru-RU" sz="1000" dirty="0"/>
              <a:t>Муж.</a:t>
            </a:r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F82D3AA4-48E6-49C3-B599-CA89A6175C3F}"/>
              </a:ext>
            </a:extLst>
          </p:cNvPr>
          <p:cNvSpPr/>
          <p:nvPr/>
        </p:nvSpPr>
        <p:spPr>
          <a:xfrm>
            <a:off x="5748020" y="2429348"/>
            <a:ext cx="1638300" cy="7239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4F5E2D6-D7AE-47FA-BF2F-B9C89796F8FE}"/>
              </a:ext>
            </a:extLst>
          </p:cNvPr>
          <p:cNvSpPr txBox="1"/>
          <p:nvPr/>
        </p:nvSpPr>
        <p:spPr>
          <a:xfrm>
            <a:off x="5748020" y="2429348"/>
            <a:ext cx="14351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Y419</a:t>
            </a:r>
            <a:endParaRPr lang="ru-RU" sz="1000" dirty="0"/>
          </a:p>
          <a:p>
            <a:endParaRPr lang="en-US" sz="1000" dirty="0"/>
          </a:p>
          <a:p>
            <a:r>
              <a:rPr lang="ru-RU" sz="1000" dirty="0"/>
              <a:t>Благородный олень</a:t>
            </a:r>
          </a:p>
          <a:p>
            <a:r>
              <a:rPr lang="ru-RU" sz="1000" dirty="0"/>
              <a:t>Жен.</a:t>
            </a: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F6174A19-871F-41C9-B626-E94C223DC48D}"/>
              </a:ext>
            </a:extLst>
          </p:cNvPr>
          <p:cNvSpPr/>
          <p:nvPr/>
        </p:nvSpPr>
        <p:spPr>
          <a:xfrm>
            <a:off x="5740400" y="3267214"/>
            <a:ext cx="1638300" cy="7239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B72362E-88A9-40C2-98C4-9CFAA4DCE066}"/>
              </a:ext>
            </a:extLst>
          </p:cNvPr>
          <p:cNvSpPr txBox="1"/>
          <p:nvPr/>
        </p:nvSpPr>
        <p:spPr>
          <a:xfrm>
            <a:off x="5740400" y="3267214"/>
            <a:ext cx="14351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Sackville</a:t>
            </a:r>
            <a:endParaRPr lang="ru-RU" sz="1000" dirty="0"/>
          </a:p>
          <a:p>
            <a:endParaRPr lang="en-US" sz="1000" dirty="0"/>
          </a:p>
          <a:p>
            <a:r>
              <a:rPr lang="ru-RU" sz="1000" dirty="0"/>
              <a:t>Благородный олень</a:t>
            </a:r>
          </a:p>
          <a:p>
            <a:r>
              <a:rPr lang="ru-RU" sz="1000" dirty="0"/>
              <a:t>Муж.</a:t>
            </a:r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542D1337-DE57-4C32-A836-946A6FCCAF13}"/>
              </a:ext>
            </a:extLst>
          </p:cNvPr>
          <p:cNvSpPr/>
          <p:nvPr/>
        </p:nvSpPr>
        <p:spPr>
          <a:xfrm>
            <a:off x="5737860" y="4034512"/>
            <a:ext cx="1638300" cy="7239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5C41372-F96D-4052-9AD9-ECD748725228}"/>
              </a:ext>
            </a:extLst>
          </p:cNvPr>
          <p:cNvSpPr txBox="1"/>
          <p:nvPr/>
        </p:nvSpPr>
        <p:spPr>
          <a:xfrm>
            <a:off x="5737860" y="4034512"/>
            <a:ext cx="14351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R35 </a:t>
            </a:r>
          </a:p>
          <a:p>
            <a:endParaRPr lang="ru-RU" sz="1000" dirty="0"/>
          </a:p>
          <a:p>
            <a:r>
              <a:rPr lang="ru-RU" sz="1000" dirty="0"/>
              <a:t>Благородный олень</a:t>
            </a:r>
          </a:p>
          <a:p>
            <a:r>
              <a:rPr lang="ru-RU" sz="1000" dirty="0"/>
              <a:t>Жен.</a:t>
            </a:r>
          </a:p>
        </p:txBody>
      </p: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FBED6FC0-15FD-4706-B4CD-828A42395C67}"/>
              </a:ext>
            </a:extLst>
          </p:cNvPr>
          <p:cNvSpPr/>
          <p:nvPr/>
        </p:nvSpPr>
        <p:spPr>
          <a:xfrm>
            <a:off x="5737860" y="4858188"/>
            <a:ext cx="1638300" cy="7239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D1DEBEA-CC09-4235-81CA-2BB1A70188E3}"/>
              </a:ext>
            </a:extLst>
          </p:cNvPr>
          <p:cNvSpPr txBox="1"/>
          <p:nvPr/>
        </p:nvSpPr>
        <p:spPr>
          <a:xfrm>
            <a:off x="5737860" y="4858188"/>
            <a:ext cx="14351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011/09</a:t>
            </a:r>
            <a:endParaRPr lang="ru-RU" sz="1000" dirty="0"/>
          </a:p>
          <a:p>
            <a:r>
              <a:rPr lang="en-US" sz="1000" dirty="0"/>
              <a:t>Woburn Farm</a:t>
            </a:r>
            <a:r>
              <a:rPr lang="ru-RU" sz="1000" dirty="0"/>
              <a:t>.</a:t>
            </a:r>
          </a:p>
          <a:p>
            <a:r>
              <a:rPr lang="ru-RU" sz="1000" dirty="0"/>
              <a:t>Благородный олень</a:t>
            </a:r>
          </a:p>
          <a:p>
            <a:r>
              <a:rPr lang="ru-RU" sz="1000" dirty="0"/>
              <a:t>Муж.</a:t>
            </a:r>
          </a:p>
        </p:txBody>
      </p:sp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A1AE9290-CE2C-41B2-9410-D3A0F693C717}"/>
              </a:ext>
            </a:extLst>
          </p:cNvPr>
          <p:cNvSpPr/>
          <p:nvPr/>
        </p:nvSpPr>
        <p:spPr>
          <a:xfrm>
            <a:off x="5735320" y="5640617"/>
            <a:ext cx="1638300" cy="7239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2A75714-AEF3-4B9C-B9EA-A25C4C53391F}"/>
              </a:ext>
            </a:extLst>
          </p:cNvPr>
          <p:cNvSpPr txBox="1"/>
          <p:nvPr/>
        </p:nvSpPr>
        <p:spPr>
          <a:xfrm>
            <a:off x="5735320" y="5640617"/>
            <a:ext cx="14351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Y1282</a:t>
            </a:r>
            <a:endParaRPr lang="ru-RU" sz="1000" dirty="0"/>
          </a:p>
          <a:p>
            <a:r>
              <a:rPr lang="en-US" sz="1000" dirty="0" err="1"/>
              <a:t>Warnharm</a:t>
            </a:r>
            <a:r>
              <a:rPr lang="en-US" sz="1000" dirty="0"/>
              <a:t> Farm</a:t>
            </a:r>
            <a:endParaRPr lang="ru-RU" sz="1000" dirty="0"/>
          </a:p>
          <a:p>
            <a:r>
              <a:rPr lang="ru-RU" sz="1000" dirty="0"/>
              <a:t>Благородный олень</a:t>
            </a:r>
          </a:p>
          <a:p>
            <a:r>
              <a:rPr lang="ru-RU" sz="1000" dirty="0"/>
              <a:t>Жен.</a:t>
            </a:r>
          </a:p>
        </p:txBody>
      </p:sp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03E32646-FC4F-4352-B8B0-F6067EF49F25}"/>
              </a:ext>
            </a:extLst>
          </p:cNvPr>
          <p:cNvCxnSpPr>
            <a:cxnSpLocks/>
          </p:cNvCxnSpPr>
          <p:nvPr/>
        </p:nvCxnSpPr>
        <p:spPr>
          <a:xfrm>
            <a:off x="5562600" y="1255153"/>
            <a:ext cx="1244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единительная линия 39">
            <a:extLst>
              <a:ext uri="{FF2B5EF4-FFF2-40B4-BE49-F238E27FC236}">
                <a16:creationId xmlns:a16="http://schemas.microsoft.com/office/drawing/2014/main" id="{EFCFCDB4-47C3-4C14-BADA-9C876461C80F}"/>
              </a:ext>
            </a:extLst>
          </p:cNvPr>
          <p:cNvCxnSpPr>
            <a:cxnSpLocks/>
          </p:cNvCxnSpPr>
          <p:nvPr/>
        </p:nvCxnSpPr>
        <p:spPr>
          <a:xfrm>
            <a:off x="5687060" y="531198"/>
            <a:ext cx="0" cy="9271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единительная линия 43">
            <a:extLst>
              <a:ext uri="{FF2B5EF4-FFF2-40B4-BE49-F238E27FC236}">
                <a16:creationId xmlns:a16="http://schemas.microsoft.com/office/drawing/2014/main" id="{0EE09D78-3BFF-4897-A78F-CBC842C046C4}"/>
              </a:ext>
            </a:extLst>
          </p:cNvPr>
          <p:cNvCxnSpPr>
            <a:cxnSpLocks/>
          </p:cNvCxnSpPr>
          <p:nvPr/>
        </p:nvCxnSpPr>
        <p:spPr>
          <a:xfrm>
            <a:off x="5687060" y="1953151"/>
            <a:ext cx="0" cy="9271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единительная линия 44">
            <a:extLst>
              <a:ext uri="{FF2B5EF4-FFF2-40B4-BE49-F238E27FC236}">
                <a16:creationId xmlns:a16="http://schemas.microsoft.com/office/drawing/2014/main" id="{FDD68D62-1C34-4BB8-9039-E0C8F4F2830C}"/>
              </a:ext>
            </a:extLst>
          </p:cNvPr>
          <p:cNvCxnSpPr>
            <a:cxnSpLocks/>
          </p:cNvCxnSpPr>
          <p:nvPr/>
        </p:nvCxnSpPr>
        <p:spPr>
          <a:xfrm>
            <a:off x="5680710" y="3461355"/>
            <a:ext cx="0" cy="9271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единительная линия 45">
            <a:extLst>
              <a:ext uri="{FF2B5EF4-FFF2-40B4-BE49-F238E27FC236}">
                <a16:creationId xmlns:a16="http://schemas.microsoft.com/office/drawing/2014/main" id="{1559D5D7-3F91-46F3-90F9-47B36A6F57D2}"/>
              </a:ext>
            </a:extLst>
          </p:cNvPr>
          <p:cNvCxnSpPr>
            <a:cxnSpLocks/>
          </p:cNvCxnSpPr>
          <p:nvPr/>
        </p:nvCxnSpPr>
        <p:spPr>
          <a:xfrm>
            <a:off x="5687060" y="5075467"/>
            <a:ext cx="0" cy="9271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единительная линия 46">
            <a:extLst>
              <a:ext uri="{FF2B5EF4-FFF2-40B4-BE49-F238E27FC236}">
                <a16:creationId xmlns:a16="http://schemas.microsoft.com/office/drawing/2014/main" id="{D1958BBC-0198-44B4-BF08-EA7A357CB5A9}"/>
              </a:ext>
            </a:extLst>
          </p:cNvPr>
          <p:cNvCxnSpPr>
            <a:cxnSpLocks/>
          </p:cNvCxnSpPr>
          <p:nvPr/>
        </p:nvCxnSpPr>
        <p:spPr>
          <a:xfrm>
            <a:off x="5562600" y="2376449"/>
            <a:ext cx="1244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Прямая соединительная линия 48">
            <a:extLst>
              <a:ext uri="{FF2B5EF4-FFF2-40B4-BE49-F238E27FC236}">
                <a16:creationId xmlns:a16="http://schemas.microsoft.com/office/drawing/2014/main" id="{D258FF6F-8B05-479E-A349-CD286E712A19}"/>
              </a:ext>
            </a:extLst>
          </p:cNvPr>
          <p:cNvCxnSpPr>
            <a:cxnSpLocks/>
          </p:cNvCxnSpPr>
          <p:nvPr/>
        </p:nvCxnSpPr>
        <p:spPr>
          <a:xfrm>
            <a:off x="5556250" y="3974109"/>
            <a:ext cx="1244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единительная линия 49">
            <a:extLst>
              <a:ext uri="{FF2B5EF4-FFF2-40B4-BE49-F238E27FC236}">
                <a16:creationId xmlns:a16="http://schemas.microsoft.com/office/drawing/2014/main" id="{EBD494A4-95B4-42D2-8A57-20910B67122E}"/>
              </a:ext>
            </a:extLst>
          </p:cNvPr>
          <p:cNvCxnSpPr>
            <a:cxnSpLocks/>
          </p:cNvCxnSpPr>
          <p:nvPr/>
        </p:nvCxnSpPr>
        <p:spPr>
          <a:xfrm>
            <a:off x="5551170" y="5165916"/>
            <a:ext cx="1244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Прямая соединительная линия 50">
            <a:extLst>
              <a:ext uri="{FF2B5EF4-FFF2-40B4-BE49-F238E27FC236}">
                <a16:creationId xmlns:a16="http://schemas.microsoft.com/office/drawing/2014/main" id="{71E649A7-0096-4D71-9A99-B4E12B4D36AC}"/>
              </a:ext>
            </a:extLst>
          </p:cNvPr>
          <p:cNvCxnSpPr>
            <a:cxnSpLocks/>
          </p:cNvCxnSpPr>
          <p:nvPr/>
        </p:nvCxnSpPr>
        <p:spPr>
          <a:xfrm>
            <a:off x="3808730" y="3865493"/>
            <a:ext cx="0" cy="11408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Прямая соединительная линия 51">
            <a:extLst>
              <a:ext uri="{FF2B5EF4-FFF2-40B4-BE49-F238E27FC236}">
                <a16:creationId xmlns:a16="http://schemas.microsoft.com/office/drawing/2014/main" id="{396BD3FB-46B4-4035-ADA8-DB03E975CF1A}"/>
              </a:ext>
            </a:extLst>
          </p:cNvPr>
          <p:cNvCxnSpPr>
            <a:cxnSpLocks/>
          </p:cNvCxnSpPr>
          <p:nvPr/>
        </p:nvCxnSpPr>
        <p:spPr>
          <a:xfrm>
            <a:off x="3684270" y="3955942"/>
            <a:ext cx="1244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единительная линия 52">
            <a:extLst>
              <a:ext uri="{FF2B5EF4-FFF2-40B4-BE49-F238E27FC236}">
                <a16:creationId xmlns:a16="http://schemas.microsoft.com/office/drawing/2014/main" id="{B8D339F6-9365-4092-A87D-CB1B81C0AFC4}"/>
              </a:ext>
            </a:extLst>
          </p:cNvPr>
          <p:cNvCxnSpPr>
            <a:cxnSpLocks/>
          </p:cNvCxnSpPr>
          <p:nvPr/>
        </p:nvCxnSpPr>
        <p:spPr>
          <a:xfrm>
            <a:off x="3686810" y="2602902"/>
            <a:ext cx="1244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единительная линия 53">
            <a:extLst>
              <a:ext uri="{FF2B5EF4-FFF2-40B4-BE49-F238E27FC236}">
                <a16:creationId xmlns:a16="http://schemas.microsoft.com/office/drawing/2014/main" id="{4D1D883A-71E1-42B0-B85D-A92D5139421A}"/>
              </a:ext>
            </a:extLst>
          </p:cNvPr>
          <p:cNvCxnSpPr>
            <a:cxnSpLocks/>
          </p:cNvCxnSpPr>
          <p:nvPr/>
        </p:nvCxnSpPr>
        <p:spPr>
          <a:xfrm>
            <a:off x="3808730" y="1578943"/>
            <a:ext cx="2540" cy="12271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>
            <a:extLst>
              <a:ext uri="{FF2B5EF4-FFF2-40B4-BE49-F238E27FC236}">
                <a16:creationId xmlns:a16="http://schemas.microsoft.com/office/drawing/2014/main" id="{7D393703-7F13-4EEA-8CBE-BE468345B222}"/>
              </a:ext>
            </a:extLst>
          </p:cNvPr>
          <p:cNvCxnSpPr>
            <a:cxnSpLocks/>
          </p:cNvCxnSpPr>
          <p:nvPr/>
        </p:nvCxnSpPr>
        <p:spPr>
          <a:xfrm>
            <a:off x="1929130" y="2920891"/>
            <a:ext cx="0" cy="9271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Прямая соединительная линия 59">
            <a:extLst>
              <a:ext uri="{FF2B5EF4-FFF2-40B4-BE49-F238E27FC236}">
                <a16:creationId xmlns:a16="http://schemas.microsoft.com/office/drawing/2014/main" id="{A46D3A9A-BA64-4D62-AA63-3C5CF1ECF386}"/>
              </a:ext>
            </a:extLst>
          </p:cNvPr>
          <p:cNvCxnSpPr>
            <a:cxnSpLocks/>
          </p:cNvCxnSpPr>
          <p:nvPr/>
        </p:nvCxnSpPr>
        <p:spPr>
          <a:xfrm>
            <a:off x="1804670" y="3344189"/>
            <a:ext cx="1244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Рисунок 61">
            <a:extLst>
              <a:ext uri="{FF2B5EF4-FFF2-40B4-BE49-F238E27FC236}">
                <a16:creationId xmlns:a16="http://schemas.microsoft.com/office/drawing/2014/main" id="{F4505A1C-288A-4A76-B4E5-A7FD4604D3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3150" y="1612862"/>
            <a:ext cx="1143681" cy="847902"/>
          </a:xfrm>
          <a:prstGeom prst="rect">
            <a:avLst/>
          </a:prstGeom>
        </p:spPr>
      </p:pic>
      <p:pic>
        <p:nvPicPr>
          <p:cNvPr id="64" name="Рисунок 63">
            <a:extLst>
              <a:ext uri="{FF2B5EF4-FFF2-40B4-BE49-F238E27FC236}">
                <a16:creationId xmlns:a16="http://schemas.microsoft.com/office/drawing/2014/main" id="{91CC9CB5-AA67-406E-8288-5E6AF8342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579" y="3301581"/>
            <a:ext cx="802888" cy="546410"/>
          </a:xfrm>
          <a:prstGeom prst="rect">
            <a:avLst/>
          </a:prstGeom>
        </p:spPr>
      </p:pic>
      <p:pic>
        <p:nvPicPr>
          <p:cNvPr id="66" name="Рисунок 65">
            <a:extLst>
              <a:ext uri="{FF2B5EF4-FFF2-40B4-BE49-F238E27FC236}">
                <a16:creationId xmlns:a16="http://schemas.microsoft.com/office/drawing/2014/main" id="{94AA4B1A-4E8C-4C07-AFB4-9522660895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1879" y="4870759"/>
            <a:ext cx="1208915" cy="802795"/>
          </a:xfrm>
          <a:prstGeom prst="rect">
            <a:avLst/>
          </a:prstGeom>
        </p:spPr>
      </p:pic>
      <p:pic>
        <p:nvPicPr>
          <p:cNvPr id="68" name="Рисунок 67">
            <a:extLst>
              <a:ext uri="{FF2B5EF4-FFF2-40B4-BE49-F238E27FC236}">
                <a16:creationId xmlns:a16="http://schemas.microsoft.com/office/drawing/2014/main" id="{6EF2B908-340D-4824-8F1F-D0101A0117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1136" y="508995"/>
            <a:ext cx="903289" cy="614237"/>
          </a:xfrm>
          <a:prstGeom prst="rect">
            <a:avLst/>
          </a:prstGeom>
        </p:spPr>
      </p:pic>
      <p:pic>
        <p:nvPicPr>
          <p:cNvPr id="70" name="Рисунок 69">
            <a:extLst>
              <a:ext uri="{FF2B5EF4-FFF2-40B4-BE49-F238E27FC236}">
                <a16:creationId xmlns:a16="http://schemas.microsoft.com/office/drawing/2014/main" id="{01538475-4D92-410B-A746-E38FC87CBA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1346" y="2944807"/>
            <a:ext cx="1001393" cy="736319"/>
          </a:xfrm>
          <a:prstGeom prst="rect">
            <a:avLst/>
          </a:prstGeom>
        </p:spPr>
      </p:pic>
      <p:pic>
        <p:nvPicPr>
          <p:cNvPr id="72" name="Рисунок 71">
            <a:extLst>
              <a:ext uri="{FF2B5EF4-FFF2-40B4-BE49-F238E27FC236}">
                <a16:creationId xmlns:a16="http://schemas.microsoft.com/office/drawing/2014/main" id="{651EF52F-17F5-4479-8574-E31DCBBB9D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85671" y="1649077"/>
            <a:ext cx="1404680" cy="821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96881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112</Words>
  <Application>Microsoft Office PowerPoint</Application>
  <PresentationFormat>Широкоэкранный</PresentationFormat>
  <Paragraphs>56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Angar</dc:creator>
  <cp:lastModifiedBy>Angar</cp:lastModifiedBy>
  <cp:revision>2</cp:revision>
  <dcterms:created xsi:type="dcterms:W3CDTF">2026-06-08T07:59:03Z</dcterms:created>
  <dcterms:modified xsi:type="dcterms:W3CDTF">2026-06-08T08:19:44Z</dcterms:modified>
</cp:coreProperties>
</file>